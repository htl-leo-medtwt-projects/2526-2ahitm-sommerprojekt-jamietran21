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30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8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61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24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8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59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2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4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00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20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A7E347D-B32A-4759-B7FF-FD25A9AEE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48" y="-17141"/>
            <a:ext cx="12188952" cy="6875141"/>
          </a:xfrm>
          <a:custGeom>
            <a:avLst/>
            <a:gdLst>
              <a:gd name="connsiteX0" fmla="*/ 1488154 w 12188952"/>
              <a:gd name="connsiteY0" fmla="*/ 3508108 h 6875141"/>
              <a:gd name="connsiteX1" fmla="*/ 1292116 w 12188952"/>
              <a:gd name="connsiteY1" fmla="*/ 3704145 h 6875141"/>
              <a:gd name="connsiteX2" fmla="*/ 1488154 w 12188952"/>
              <a:gd name="connsiteY2" fmla="*/ 3900182 h 6875141"/>
              <a:gd name="connsiteX3" fmla="*/ 1684192 w 12188952"/>
              <a:gd name="connsiteY3" fmla="*/ 3704145 h 6875141"/>
              <a:gd name="connsiteX4" fmla="*/ 1488154 w 12188952"/>
              <a:gd name="connsiteY4" fmla="*/ 3508108 h 6875141"/>
              <a:gd name="connsiteX5" fmla="*/ 12188951 w 12188952"/>
              <a:gd name="connsiteY5" fmla="*/ 3213837 h 6875141"/>
              <a:gd name="connsiteX6" fmla="*/ 11900948 w 12188952"/>
              <a:gd name="connsiteY6" fmla="*/ 3213837 h 6875141"/>
              <a:gd name="connsiteX7" fmla="*/ 10063117 w 12188952"/>
              <a:gd name="connsiteY7" fmla="*/ 5051668 h 6875141"/>
              <a:gd name="connsiteX8" fmla="*/ 10063117 w 12188952"/>
              <a:gd name="connsiteY8" fmla="*/ 6875141 h 6875141"/>
              <a:gd name="connsiteX9" fmla="*/ 12073153 w 12188952"/>
              <a:gd name="connsiteY9" fmla="*/ 6875141 h 6875141"/>
              <a:gd name="connsiteX10" fmla="*/ 12083467 w 12188952"/>
              <a:gd name="connsiteY10" fmla="*/ 6874620 h 6875141"/>
              <a:gd name="connsiteX11" fmla="*/ 12188951 w 12188952"/>
              <a:gd name="connsiteY11" fmla="*/ 6858522 h 6875141"/>
              <a:gd name="connsiteX12" fmla="*/ 12188951 w 12188952"/>
              <a:gd name="connsiteY12" fmla="*/ 6280730 h 6875141"/>
              <a:gd name="connsiteX13" fmla="*/ 12188952 w 12188952"/>
              <a:gd name="connsiteY13" fmla="*/ 6280729 h 6875141"/>
              <a:gd name="connsiteX14" fmla="*/ 12188952 w 12188952"/>
              <a:gd name="connsiteY14" fmla="*/ 3832194 h 6875141"/>
              <a:gd name="connsiteX15" fmla="*/ 12188951 w 12188952"/>
              <a:gd name="connsiteY15" fmla="*/ 3832194 h 6875141"/>
              <a:gd name="connsiteX16" fmla="*/ 0 w 12188952"/>
              <a:gd name="connsiteY16" fmla="*/ 2798382 h 6875141"/>
              <a:gd name="connsiteX17" fmla="*/ 0 w 12188952"/>
              <a:gd name="connsiteY17" fmla="*/ 4217834 h 6875141"/>
              <a:gd name="connsiteX18" fmla="*/ 10291 w 12188952"/>
              <a:gd name="connsiteY18" fmla="*/ 4210345 h 6875141"/>
              <a:gd name="connsiteX19" fmla="*/ 460407 w 12188952"/>
              <a:gd name="connsiteY19" fmla="*/ 3508108 h 6875141"/>
              <a:gd name="connsiteX20" fmla="*/ 10291 w 12188952"/>
              <a:gd name="connsiteY20" fmla="*/ 2805871 h 6875141"/>
              <a:gd name="connsiteX21" fmla="*/ 11563230 w 12188952"/>
              <a:gd name="connsiteY21" fmla="*/ 603215 h 6875141"/>
              <a:gd name="connsiteX22" fmla="*/ 11381044 w 12188952"/>
              <a:gd name="connsiteY22" fmla="*/ 620944 h 6875141"/>
              <a:gd name="connsiteX23" fmla="*/ 11546600 w 12188952"/>
              <a:gd name="connsiteY23" fmla="*/ 1418331 h 6875141"/>
              <a:gd name="connsiteX24" fmla="*/ 12161801 w 12188952"/>
              <a:gd name="connsiteY24" fmla="*/ 1601617 h 6875141"/>
              <a:gd name="connsiteX25" fmla="*/ 12185891 w 12188952"/>
              <a:gd name="connsiteY25" fmla="*/ 1600043 h 6875141"/>
              <a:gd name="connsiteX26" fmla="*/ 12185891 w 12188952"/>
              <a:gd name="connsiteY26" fmla="*/ 795119 h 6875141"/>
              <a:gd name="connsiteX27" fmla="*/ 12178431 w 12188952"/>
              <a:gd name="connsiteY27" fmla="*/ 786500 h 6875141"/>
              <a:gd name="connsiteX28" fmla="*/ 11563230 w 12188952"/>
              <a:gd name="connsiteY28" fmla="*/ 603215 h 6875141"/>
              <a:gd name="connsiteX29" fmla="*/ 1368216 w 12188952"/>
              <a:gd name="connsiteY29" fmla="*/ 0 h 6875141"/>
              <a:gd name="connsiteX30" fmla="*/ 0 w 12188952"/>
              <a:gd name="connsiteY30" fmla="*/ 0 h 6875141"/>
              <a:gd name="connsiteX31" fmla="*/ 0 w 12188952"/>
              <a:gd name="connsiteY31" fmla="*/ 1368215 h 6875141"/>
              <a:gd name="connsiteX32" fmla="*/ 1372241 w 12188952"/>
              <a:gd name="connsiteY32" fmla="*/ 2740456 h 6875141"/>
              <a:gd name="connsiteX33" fmla="*/ 2740456 w 12188952"/>
              <a:gd name="connsiteY33" fmla="*/ 2740456 h 6875141"/>
              <a:gd name="connsiteX34" fmla="*/ 2740456 w 12188952"/>
              <a:gd name="connsiteY34" fmla="*/ 1372240 h 6875141"/>
              <a:gd name="connsiteX35" fmla="*/ 1368216 w 12188952"/>
              <a:gd name="connsiteY35" fmla="*/ 0 h 6875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88952" h="6875141">
                <a:moveTo>
                  <a:pt x="1488154" y="3508108"/>
                </a:moveTo>
                <a:cubicBezTo>
                  <a:pt x="1379885" y="3508108"/>
                  <a:pt x="1292116" y="3595877"/>
                  <a:pt x="1292116" y="3704145"/>
                </a:cubicBezTo>
                <a:cubicBezTo>
                  <a:pt x="1292116" y="3812413"/>
                  <a:pt x="1379885" y="3900182"/>
                  <a:pt x="1488154" y="3900182"/>
                </a:cubicBezTo>
                <a:cubicBezTo>
                  <a:pt x="1596423" y="3900182"/>
                  <a:pt x="1684192" y="3812413"/>
                  <a:pt x="1684192" y="3704145"/>
                </a:cubicBezTo>
                <a:cubicBezTo>
                  <a:pt x="1684192" y="3595877"/>
                  <a:pt x="1596423" y="3508108"/>
                  <a:pt x="1488154" y="3508108"/>
                </a:cubicBezTo>
                <a:close/>
                <a:moveTo>
                  <a:pt x="12188951" y="3213837"/>
                </a:moveTo>
                <a:lnTo>
                  <a:pt x="11900948" y="3213837"/>
                </a:lnTo>
                <a:cubicBezTo>
                  <a:pt x="10885931" y="3213837"/>
                  <a:pt x="10063117" y="4036651"/>
                  <a:pt x="10063117" y="5051668"/>
                </a:cubicBezTo>
                <a:lnTo>
                  <a:pt x="10063117" y="6875141"/>
                </a:lnTo>
                <a:lnTo>
                  <a:pt x="12073153" y="6875141"/>
                </a:lnTo>
                <a:lnTo>
                  <a:pt x="12083467" y="6874620"/>
                </a:lnTo>
                <a:lnTo>
                  <a:pt x="12188951" y="6858522"/>
                </a:lnTo>
                <a:lnTo>
                  <a:pt x="12188951" y="6280730"/>
                </a:lnTo>
                <a:lnTo>
                  <a:pt x="12188952" y="6280729"/>
                </a:lnTo>
                <a:lnTo>
                  <a:pt x="12188952" y="3832194"/>
                </a:lnTo>
                <a:lnTo>
                  <a:pt x="12188951" y="3832194"/>
                </a:lnTo>
                <a:close/>
                <a:moveTo>
                  <a:pt x="0" y="2798382"/>
                </a:moveTo>
                <a:lnTo>
                  <a:pt x="0" y="4217834"/>
                </a:lnTo>
                <a:lnTo>
                  <a:pt x="10291" y="4210345"/>
                </a:lnTo>
                <a:cubicBezTo>
                  <a:pt x="100314" y="4143505"/>
                  <a:pt x="460407" y="3854496"/>
                  <a:pt x="460407" y="3508108"/>
                </a:cubicBezTo>
                <a:cubicBezTo>
                  <a:pt x="460407" y="3161721"/>
                  <a:pt x="100314" y="2872711"/>
                  <a:pt x="10291" y="2805871"/>
                </a:cubicBezTo>
                <a:close/>
                <a:moveTo>
                  <a:pt x="11563230" y="603215"/>
                </a:moveTo>
                <a:cubicBezTo>
                  <a:pt x="11455784" y="606833"/>
                  <a:pt x="11381044" y="620944"/>
                  <a:pt x="11381044" y="620944"/>
                </a:cubicBezTo>
                <a:cubicBezTo>
                  <a:pt x="11381044" y="620944"/>
                  <a:pt x="11280695" y="1152426"/>
                  <a:pt x="11546600" y="1418331"/>
                </a:cubicBezTo>
                <a:cubicBezTo>
                  <a:pt x="11712792" y="1584523"/>
                  <a:pt x="11982723" y="1607645"/>
                  <a:pt x="12161801" y="1601617"/>
                </a:cubicBezTo>
                <a:lnTo>
                  <a:pt x="12185891" y="1600043"/>
                </a:lnTo>
                <a:lnTo>
                  <a:pt x="12185891" y="795119"/>
                </a:lnTo>
                <a:lnTo>
                  <a:pt x="12178431" y="786500"/>
                </a:lnTo>
                <a:cubicBezTo>
                  <a:pt x="12012240" y="620309"/>
                  <a:pt x="11742309" y="597187"/>
                  <a:pt x="11563230" y="603215"/>
                </a:cubicBezTo>
                <a:close/>
                <a:moveTo>
                  <a:pt x="1368216" y="0"/>
                </a:moveTo>
                <a:lnTo>
                  <a:pt x="0" y="0"/>
                </a:lnTo>
                <a:lnTo>
                  <a:pt x="0" y="1368215"/>
                </a:lnTo>
                <a:cubicBezTo>
                  <a:pt x="0" y="2126091"/>
                  <a:pt x="614365" y="2740456"/>
                  <a:pt x="1372241" y="2740456"/>
                </a:cubicBezTo>
                <a:lnTo>
                  <a:pt x="2740456" y="2740456"/>
                </a:lnTo>
                <a:lnTo>
                  <a:pt x="2740456" y="1372240"/>
                </a:lnTo>
                <a:cubicBezTo>
                  <a:pt x="2740456" y="614365"/>
                  <a:pt x="2126092" y="0"/>
                  <a:pt x="1368216" y="0"/>
                </a:cubicBezTo>
                <a:close/>
              </a:path>
            </a:pathLst>
          </a:cu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34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Grafik 4" descr="Full view">
            <a:extLst>
              <a:ext uri="{FF2B5EF4-FFF2-40B4-BE49-F238E27FC236}">
                <a16:creationId xmlns:a16="http://schemas.microsoft.com/office/drawing/2014/main" id="{ED06F1E1-89BE-C39B-C503-DB1CD26E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6911" r="-1" b="7818"/>
          <a:stretch>
            <a:fillRect/>
          </a:stretch>
        </p:blipFill>
        <p:spPr>
          <a:xfrm>
            <a:off x="0" y="-155438"/>
            <a:ext cx="12188941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687037D-D197-4CDD-BB5E-43AEE9E53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EE3D5C-FAB0-CE04-C317-0F0FEC074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047" y="2132132"/>
            <a:ext cx="6717129" cy="201399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AT" dirty="0">
                <a:solidFill>
                  <a:srgbClr val="FDEAAA"/>
                </a:solidFill>
                <a:latin typeface="AMORIA" pitchFamily="50" charset="0"/>
              </a:rPr>
              <a:t>ECHOES OF FREQUENCY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0A454F-53A7-3C3A-8562-2474A4B31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5453" y="4354143"/>
            <a:ext cx="4262260" cy="2013995"/>
          </a:xfrm>
        </p:spPr>
        <p:txBody>
          <a:bodyPr anchor="b">
            <a:normAutofit/>
          </a:bodyPr>
          <a:lstStyle/>
          <a:p>
            <a:r>
              <a:rPr lang="de-AT" dirty="0">
                <a:solidFill>
                  <a:schemeClr val="bg1"/>
                </a:solidFill>
                <a:latin typeface="AMORIA" pitchFamily="50" charset="0"/>
              </a:rPr>
              <a:t>By Jamie Tran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E49A7D-8FD9-436A-B77B-246CE5031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773C5F-88DC-4BF1-8396-4EFD48900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2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F95B-51E9-57BD-CB08-A7B655FE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93CCE-05E6-17FC-B8A9-88D9B7102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860751-C618-06CB-1DB2-207AAEAF58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A5836B7-DFF9-6FDD-AB6D-938F98F8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1783" y="-66871"/>
            <a:ext cx="15146074" cy="826149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C25D55B-D082-DB6D-9F8B-E303BCBFBBC0}"/>
              </a:ext>
            </a:extLst>
          </p:cNvPr>
          <p:cNvSpPr txBox="1"/>
          <p:nvPr/>
        </p:nvSpPr>
        <p:spPr>
          <a:xfrm>
            <a:off x="3324519" y="142366"/>
            <a:ext cx="5542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9600" b="1" dirty="0">
                <a:solidFill>
                  <a:srgbClr val="FDEAAA"/>
                </a:solidFill>
                <a:latin typeface="AMORIA" pitchFamily="50" charset="0"/>
              </a:rPr>
              <a:t>IDEE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0C2F64-C03E-E746-9050-02608D8EB003}"/>
              </a:ext>
            </a:extLst>
          </p:cNvPr>
          <p:cNvSpPr txBox="1"/>
          <p:nvPr/>
        </p:nvSpPr>
        <p:spPr>
          <a:xfrm>
            <a:off x="144428" y="1973386"/>
            <a:ext cx="11183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4000" dirty="0">
                <a:solidFill>
                  <a:schemeClr val="bg2"/>
                </a:solidFill>
                <a:latin typeface="AMORIA" pitchFamily="50" charset="0"/>
              </a:rPr>
              <a:t>RUNDENBASIERTES STRATEGIESPIEL MIT FREISCHALTBAREN SPIELFIGUREN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619689E-6CE4-797D-C87A-52DDB2F9D0A8}"/>
              </a:ext>
            </a:extLst>
          </p:cNvPr>
          <p:cNvCxnSpPr>
            <a:cxnSpLocks/>
          </p:cNvCxnSpPr>
          <p:nvPr/>
        </p:nvCxnSpPr>
        <p:spPr>
          <a:xfrm>
            <a:off x="-562581" y="3527141"/>
            <a:ext cx="12427670" cy="4086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09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BE32-C0C5-9093-A7F4-FD9BEF7C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254C1-0293-B269-0CC0-8CC32E4B3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8AD490-3E9C-7539-A6DB-532C5C570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E8E7C4C-B100-08C4-AC3A-167ACA1AF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169" y="-38294"/>
            <a:ext cx="12713411" cy="693458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ED4DA30-5179-E1FA-21E8-AC4E8C942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660" y="233443"/>
            <a:ext cx="5487502" cy="308546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944DCD6-A838-10F5-1944-0100E1FFA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56" y="2890610"/>
            <a:ext cx="4919486" cy="327210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BFE990AB-25DC-3030-2FAB-6CDEA209283A}"/>
              </a:ext>
            </a:extLst>
          </p:cNvPr>
          <p:cNvSpPr txBox="1"/>
          <p:nvPr/>
        </p:nvSpPr>
        <p:spPr>
          <a:xfrm>
            <a:off x="642856" y="209096"/>
            <a:ext cx="4617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8800" dirty="0">
                <a:solidFill>
                  <a:srgbClr val="FDEAAA"/>
                </a:solidFill>
                <a:latin typeface="AMORIA" pitchFamily="50" charset="0"/>
              </a:rPr>
              <a:t>CODE</a:t>
            </a:r>
            <a:endParaRPr lang="de-AT" sz="2800" dirty="0">
              <a:solidFill>
                <a:srgbClr val="FDEAAA"/>
              </a:solidFill>
              <a:latin typeface="AMORI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3A0A-525D-1088-5ADF-56517789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F5278-C52E-312C-D5F8-1A51DC8728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FDBA60E-E672-C43C-FBDF-2BF223035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E8E59A3-1AB2-EDC6-A70E-2AA14CCA2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988"/>
            <a:ext cx="12447437" cy="714426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7D9F7BD-2C5C-EBFD-7440-62A12C7CF176}"/>
              </a:ext>
            </a:extLst>
          </p:cNvPr>
          <p:cNvSpPr txBox="1"/>
          <p:nvPr/>
        </p:nvSpPr>
        <p:spPr>
          <a:xfrm>
            <a:off x="862225" y="411358"/>
            <a:ext cx="5133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7200" dirty="0">
                <a:solidFill>
                  <a:srgbClr val="FDEAAA"/>
                </a:solidFill>
                <a:latin typeface="AMORIA" pitchFamily="50" charset="0"/>
              </a:rPr>
              <a:t>PROBLEME</a:t>
            </a:r>
            <a:endParaRPr lang="de-AT" sz="3600" dirty="0">
              <a:solidFill>
                <a:srgbClr val="FDEAAA"/>
              </a:solidFill>
              <a:latin typeface="AMORIA" pitchFamily="50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183692F-3A85-56C1-5969-841A94EA2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63" y="567253"/>
            <a:ext cx="5816438" cy="606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8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44F5-2507-1708-6B64-16F05988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0F3C95-4103-DAF7-B8CB-5955BCB9F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5D888F-50E7-5F7B-B20F-F6E51C566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6" name="Grafik 5" descr="Full view">
            <a:extLst>
              <a:ext uri="{FF2B5EF4-FFF2-40B4-BE49-F238E27FC236}">
                <a16:creationId xmlns:a16="http://schemas.microsoft.com/office/drawing/2014/main" id="{123AEEB5-C352-7F75-6123-069EB2F8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127730"/>
            <a:ext cx="12639210" cy="710955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529C886-6EB1-1FF1-28BB-5AA68260C3C6}"/>
              </a:ext>
            </a:extLst>
          </p:cNvPr>
          <p:cNvSpPr txBox="1"/>
          <p:nvPr/>
        </p:nvSpPr>
        <p:spPr>
          <a:xfrm>
            <a:off x="2156860" y="155448"/>
            <a:ext cx="77219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1500" dirty="0">
                <a:solidFill>
                  <a:srgbClr val="FDEAAA"/>
                </a:solidFill>
                <a:latin typeface="AMORIA" pitchFamily="50" charset="0"/>
              </a:rPr>
              <a:t>LIVE</a:t>
            </a:r>
            <a:r>
              <a:rPr lang="de-AT" sz="11500" dirty="0">
                <a:solidFill>
                  <a:schemeClr val="bg2"/>
                </a:solidFill>
                <a:latin typeface="AMORIA" pitchFamily="50" charset="0"/>
              </a:rPr>
              <a:t> </a:t>
            </a:r>
            <a:r>
              <a:rPr lang="de-AT" sz="11500" dirty="0">
                <a:solidFill>
                  <a:srgbClr val="FDEAAA"/>
                </a:solidFill>
                <a:latin typeface="AMORIA" pitchFamily="50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2777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6687-B808-8F1D-5BF1-C6D867D8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1B530-7210-CEC9-530D-D5B8D378E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E61FB1-CE88-E8A8-21F9-C8924B7AE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6" name="Grafik 5" descr="Full view">
            <a:extLst>
              <a:ext uri="{FF2B5EF4-FFF2-40B4-BE49-F238E27FC236}">
                <a16:creationId xmlns:a16="http://schemas.microsoft.com/office/drawing/2014/main" id="{853DA1B3-466E-5A6C-E2A2-389A398BB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165" y="-44815"/>
            <a:ext cx="12639210" cy="710955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747ADB5-1B8B-7986-E069-E4A934D32F98}"/>
              </a:ext>
            </a:extLst>
          </p:cNvPr>
          <p:cNvSpPr txBox="1"/>
          <p:nvPr/>
        </p:nvSpPr>
        <p:spPr>
          <a:xfrm>
            <a:off x="2613152" y="477898"/>
            <a:ext cx="82398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6000" dirty="0">
                <a:solidFill>
                  <a:srgbClr val="FDEAAA"/>
                </a:solidFill>
                <a:latin typeface="AMORIA" pitchFamily="50" charset="0"/>
              </a:rPr>
              <a:t>DANKE FÜR EURE AUFMERKSAMKEIT</a:t>
            </a:r>
            <a:endParaRPr lang="de-AT" sz="6600" dirty="0">
              <a:solidFill>
                <a:srgbClr val="FDEAAA"/>
              </a:solidFill>
              <a:latin typeface="AMORI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306579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B7BF5C2C52F2C4AA8EF209DE34A1A0F" ma:contentTypeVersion="14" ma:contentTypeDescription="Ein neues Dokument erstellen." ma:contentTypeScope="" ma:versionID="15fc0b47f5c793953d0f127510c56cd0">
  <xsd:schema xmlns:xsd="http://www.w3.org/2001/XMLSchema" xmlns:xs="http://www.w3.org/2001/XMLSchema" xmlns:p="http://schemas.microsoft.com/office/2006/metadata/properties" xmlns:ns3="68d4fa24-27bc-4a2b-8b10-66e8c88ad728" xmlns:ns4="2c986a59-9623-43da-912b-e65b30ca5c76" targetNamespace="http://schemas.microsoft.com/office/2006/metadata/properties" ma:root="true" ma:fieldsID="3d4c8f2b89f9f22d91ccd5e040fe7064" ns3:_="" ns4:_="">
    <xsd:import namespace="68d4fa24-27bc-4a2b-8b10-66e8c88ad728"/>
    <xsd:import namespace="2c986a59-9623-43da-912b-e65b30ca5c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d4fa24-27bc-4a2b-8b10-66e8c88ad7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986a59-9623-43da-912b-e65b30ca5c7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d4fa24-27bc-4a2b-8b10-66e8c88ad728" xsi:nil="true"/>
  </documentManagement>
</p:properties>
</file>

<file path=customXml/itemProps1.xml><?xml version="1.0" encoding="utf-8"?>
<ds:datastoreItem xmlns:ds="http://schemas.openxmlformats.org/officeDocument/2006/customXml" ds:itemID="{44F8A9F1-5702-446E-8B34-719F9584A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d4fa24-27bc-4a2b-8b10-66e8c88ad728"/>
    <ds:schemaRef ds:uri="2c986a59-9623-43da-912b-e65b30ca5c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0F6CB4-C5AE-4773-A1E5-EEF3FC3EB0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D2DF68-A134-4FD1-8432-F4D836526137}">
  <ds:schemaRefs>
    <ds:schemaRef ds:uri="2c986a59-9623-43da-912b-e65b30ca5c76"/>
    <ds:schemaRef ds:uri="http://schemas.microsoft.com/office/2006/documentManagement/types"/>
    <ds:schemaRef ds:uri="http://purl.org/dc/terms/"/>
    <ds:schemaRef ds:uri="http://purl.org/dc/dcmitype/"/>
    <ds:schemaRef ds:uri="68d4fa24-27bc-4a2b-8b10-66e8c88ad728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Breitbild</PresentationFormat>
  <Paragraphs>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AMORIA</vt:lpstr>
      <vt:lpstr>Arial</vt:lpstr>
      <vt:lpstr>Seaford</vt:lpstr>
      <vt:lpstr>LevelVTI</vt:lpstr>
      <vt:lpstr>ECHOES OF FREQUENCY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Jamie</dc:creator>
  <cp:lastModifiedBy>Tran Jamie</cp:lastModifiedBy>
  <cp:revision>2</cp:revision>
  <dcterms:created xsi:type="dcterms:W3CDTF">2026-06-04T20:20:49Z</dcterms:created>
  <dcterms:modified xsi:type="dcterms:W3CDTF">2026-06-04T22:13:46Z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0x010100BB7BF5C2C52F2C4AA8EF209DE34A1A0F</vt:lpwstr>
  </property>
</Properties>
</file>